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03399"/>
                </a:solidFill>
              </a:rPr>
              <a:t>Hotel Reservation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Software Construction &amp; Development – Semester Project</a:t>
            </a:r>
          </a:p>
          <a:p>
            <a:r>
              <a:rPr sz="2000"/>
              <a:t>Student: Roha Sardar | Roll No: l1f23bsse0410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3399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Traditional hotel booking is manual and error-prone</a:t>
            </a:r>
          </a:p>
          <a:p>
            <a:r>
              <a:rPr sz="1800"/>
              <a:t>• Double bookings and data inconsistency are common issues</a:t>
            </a:r>
          </a:p>
          <a:p>
            <a:r>
              <a:rPr sz="1800"/>
              <a:t>• No transparent way for customers to browse available rooms</a:t>
            </a:r>
          </a:p>
          <a:p>
            <a:r>
              <a:rPr sz="1800"/>
              <a:t>• No real-time room availability tracking</a:t>
            </a:r>
          </a:p>
          <a:p>
            <a:r>
              <a:rPr sz="1800"/>
              <a:t>• Solution: A centralized Java-based desktop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3399"/>
                </a:solidFill>
              </a:rPr>
              <a:t>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Desktop application built with Java Swing + SQLite</a:t>
            </a:r>
          </a:p>
          <a:p>
            <a:r>
              <a:rPr sz="1800"/>
              <a:t>• Role-based system: Admin and Customer</a:t>
            </a:r>
          </a:p>
          <a:p>
            <a:r>
              <a:rPr sz="1800"/>
              <a:t>• Admin: Manage Customers, Rooms, Reservations, Payments, Reports</a:t>
            </a:r>
          </a:p>
          <a:p>
            <a:r>
              <a:rPr sz="1800"/>
              <a:t>• Customer: Browse rooms, Book rooms, View reservations, Edit profile</a:t>
            </a:r>
          </a:p>
          <a:p>
            <a:r>
              <a:rPr sz="1800"/>
              <a:t>• Database auto-initializes on first launch with default accounts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00"/>
                </a:solidFill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Language:        Java (Core Java + OOP)</a:t>
            </a:r>
          </a:p>
          <a:p>
            <a:r>
              <a:rPr sz="1800"/>
              <a:t>• GUI Framework:   Java Swing</a:t>
            </a:r>
          </a:p>
          <a:p>
            <a:r>
              <a:rPr sz="1800"/>
              <a:t>• Database:        SQLite (hotel.db – file-based, no setup needed)</a:t>
            </a:r>
          </a:p>
          <a:p>
            <a:r>
              <a:rPr sz="1800"/>
              <a:t>• DB Connectivity: JDBC with sqlite-jdbc-3.45.2.0.jar</a:t>
            </a:r>
          </a:p>
          <a:p>
            <a:r>
              <a:rPr sz="1800"/>
              <a:t>• IDE:             IntelliJ IDEA</a:t>
            </a:r>
          </a:p>
          <a:p>
            <a:r>
              <a:rPr sz="1800"/>
              <a:t>• Version Control: Git +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0099"/>
                </a:solidFill>
              </a:rPr>
              <a:t>OOP Concepts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Abstraction     – Abstract class Person with abstract getRole()</a:t>
            </a:r>
          </a:p>
          <a:p>
            <a:r>
              <a:rPr sz="1800"/>
              <a:t>• Inheritance     – Customer and Admin extend Person</a:t>
            </a:r>
          </a:p>
          <a:p>
            <a:r>
              <a:rPr sz="1800"/>
              <a:t>• Encapsulation   – Private fields + public getters/setters in all models</a:t>
            </a:r>
          </a:p>
          <a:p>
            <a:r>
              <a:rPr sz="1800"/>
              <a:t>• Polymorphism    – getRole() and toString() overridden in subclasses</a:t>
            </a:r>
          </a:p>
          <a:p>
            <a:r>
              <a:rPr sz="1800"/>
              <a:t>• Constructor OL  – Multiple constructors in Customer, Room, Reservation</a:t>
            </a:r>
          </a:p>
          <a:p>
            <a:r>
              <a:rPr sz="1800"/>
              <a:t>• Exception Hand. – try-with-resources on every JDBC database 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3399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3-Layer Architecture:</a:t>
            </a:r>
          </a:p>
          <a:p>
            <a:r>
              <a:rPr sz="1800"/>
              <a:t>  ├── Model Layer:    Person, Customer, Admin, Room, Reservation, Payment</a:t>
            </a:r>
          </a:p>
          <a:p>
            <a:r>
              <a:rPr sz="1800"/>
              <a:t>  ├── Database Layer: DatabaseConnection.java (JDBC + SQLite)</a:t>
            </a:r>
          </a:p>
          <a:p>
            <a:r>
              <a:rPr sz="1800"/>
              <a:t>  └── GUI Layer:      LoginForm, Dashboards, CRUD Forms, Reports</a:t>
            </a:r>
          </a:p>
          <a:p>
            <a:r>
              <a:rPr sz="1800"/>
              <a:t/>
            </a:r>
          </a:p>
          <a:p>
            <a:r>
              <a:rPr sz="1800"/>
              <a:t>  Main.java → initializes DB → launches LoginForm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400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+ Role-based login (Admin / Customer)</a:t>
            </a:r>
          </a:p>
          <a:p>
            <a:r>
              <a:rPr sz="1800"/>
              <a:t>+ Full CRUD for Customers, Rooms, Reservations, Payments</a:t>
            </a:r>
          </a:p>
          <a:p>
            <a:r>
              <a:rPr sz="1800"/>
              <a:t>+ Input validation (email, phone, date format, price)</a:t>
            </a:r>
          </a:p>
          <a:p>
            <a:r>
              <a:rPr sz="1800"/>
              <a:t>+ Room status auto-updates on booking/cancellation</a:t>
            </a:r>
          </a:p>
          <a:p>
            <a:r>
              <a:rPr sz="1800"/>
              <a:t>+ Receipt generation + save to file</a:t>
            </a:r>
          </a:p>
          <a:p>
            <a:r>
              <a:rPr sz="1800"/>
              <a:t>+ System Reports (4 tabbed views from live DB)</a:t>
            </a:r>
          </a:p>
          <a:p>
            <a:r>
              <a:rPr sz="1800"/>
              <a:t>+ Customer self-registration and profile update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994C00"/>
                </a:solidFill>
              </a:rP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SQLite Database: hotel.db</a:t>
            </a:r>
          </a:p>
          <a:p>
            <a:r>
              <a:rPr sz="1800"/>
              <a:t/>
            </a:r>
          </a:p>
          <a:p>
            <a:r>
              <a:rPr sz="1800"/>
              <a:t>  users        – id, username, password, role, name, email, phone, address</a:t>
            </a:r>
          </a:p>
          <a:p>
            <a:r>
              <a:rPr sz="1800"/>
              <a:t>  rooms        – room_id, room_number, room_type, price, status</a:t>
            </a:r>
          </a:p>
          <a:p>
            <a:r>
              <a:rPr sz="1800"/>
              <a:t>  reservations – reservation_id, customer_id(FK), room_id(FK), check_in, check_out, status</a:t>
            </a:r>
          </a:p>
          <a:p>
            <a:r>
              <a:rPr sz="1800"/>
              <a:t>  payments     – payment_id, reservation_id(FK), amount, payment_date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3399"/>
                </a:solidFill>
              </a:rPr>
              <a:t>Testing – 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✅ Login with valid / invalid credentials</a:t>
            </a:r>
          </a:p>
          <a:p>
            <a:r>
              <a:rPr sz="1800"/>
              <a:t>✅ Register with duplicate username (UNIQUE constraint)</a:t>
            </a:r>
          </a:p>
          <a:p>
            <a:r>
              <a:rPr sz="1800"/>
              <a:t>✅ Add room with non-numeric price (validation error)</a:t>
            </a:r>
          </a:p>
          <a:p>
            <a:r>
              <a:rPr sz="1800"/>
              <a:t>✅ Reserve already-Booked room (warning shown)</a:t>
            </a:r>
          </a:p>
          <a:p>
            <a:r>
              <a:rPr sz="1800"/>
              <a:t>✅ Cancel reservation → room becomes Available again</a:t>
            </a:r>
          </a:p>
          <a:p>
            <a:r>
              <a:rPr sz="1800"/>
              <a:t>✅ Payment with non-existent Reservation ID (validation)</a:t>
            </a:r>
          </a:p>
          <a:p>
            <a:r>
              <a:rPr sz="1800"/>
              <a:t>✅ All 13 test cases PASSED successfully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990000"/>
                </a:solidFill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Setting up JDBC with SQLite without Maven/Gradle (manual jar linking)</a:t>
            </a:r>
          </a:p>
          <a:p>
            <a:r>
              <a:rPr sz="1800"/>
              <a:t>• Keeping room status synchronized across reservation create/cancel</a:t>
            </a:r>
          </a:p>
          <a:p>
            <a:r>
              <a:rPr sz="1800"/>
              <a:t>• Implementing table row-click listeners to populate form fields</a:t>
            </a:r>
          </a:p>
          <a:p>
            <a:r>
              <a:rPr sz="1800"/>
              <a:t>• Using try-with-resources correctly for multiple JDBC resources</a:t>
            </a:r>
          </a:p>
          <a:p>
            <a:r>
              <a:rPr sz="1800"/>
              <a:t>• Designing database schema with proper foreign key relationships</a:t>
            </a:r>
          </a:p>
          <a:p>
            <a:r>
              <a:rPr sz="1800"/>
              <a:t>• Managing GUI layout with null layout manager precisely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00"/>
                </a:solidFill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PDF report and receipt generation (Apache PDFBox)</a:t>
            </a:r>
          </a:p>
          <a:p>
            <a:r>
              <a:rPr sz="1800"/>
              <a:t>• Email notifications for booking confirmations</a:t>
            </a:r>
          </a:p>
          <a:p>
            <a:r>
              <a:rPr sz="1800"/>
              <a:t>• Password hashing (BCrypt) for improved security</a:t>
            </a:r>
          </a:p>
          <a:p>
            <a:r>
              <a:rPr sz="1800"/>
              <a:t>• Web version using Spring Boot + Thymeleaf</a:t>
            </a:r>
          </a:p>
          <a:p>
            <a:r>
              <a:rPr sz="1800"/>
              <a:t>• Analytics dashboard with revenue charts (JFreeChart)</a:t>
            </a:r>
          </a:p>
          <a:p>
            <a:r>
              <a:rPr sz="1800"/>
              <a:t>• Room image gallery inside the browsing screen</a:t>
            </a:r>
          </a:p>
          <a:p>
            <a:r>
              <a:rPr sz="1800"/>
              <a:t>• Multi-branch hotel management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3399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Fully functional Hotel Reservation System delivered</a:t>
            </a:r>
          </a:p>
          <a:p>
            <a:r>
              <a:rPr sz="1800"/>
              <a:t>• All OOP concepts demonstrated: Abstraction, Inheritance, Encapsulation,</a:t>
            </a:r>
          </a:p>
          <a:p>
            <a:r>
              <a:rPr sz="1800"/>
              <a:t>  Polymorphism, Constructor Overloading, Method Overriding</a:t>
            </a:r>
          </a:p>
          <a:p>
            <a:r>
              <a:rPr sz="1800"/>
              <a:t>• Complete CRUD operations backed by SQLite database</a:t>
            </a:r>
          </a:p>
          <a:p>
            <a:r>
              <a:rPr sz="1800"/>
              <a:t>• Input validation + exception handling throughout</a:t>
            </a:r>
          </a:p>
          <a:p>
            <a:r>
              <a:rPr sz="1800"/>
              <a:t>• Clean GitHub repository with 6 meaningful commits</a:t>
            </a:r>
          </a:p>
          <a:p>
            <a:r>
              <a:rPr sz="1800"/>
              <a:t>• System is extensible, documented, and ready for real-world 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003399"/>
                </a:solidFill>
              </a:rP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Hotel Reservation System</a:t>
            </a:r>
          </a:p>
          <a:p>
            <a:r>
              <a:t>Roha Sardar | l1f23bsse0410</a:t>
            </a:r>
          </a:p>
          <a:p/>
          <a:p>
            <a:r>
              <a:t>Ready for Demo &amp; Viva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